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How the System Works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  <a:defRPr sz="2000"/>
            </a:pPr>
            <a:r>
              <a:t>Inputs</a:t>
            </a:r>
          </a:p>
          <a:p>
            <a:pPr>
              <a:defRPr sz="2000"/>
            </a:pPr>
            <a:r>
              <a:t>• Customer profile</a:t>
            </a:r>
          </a:p>
          <a:p>
            <a:pPr>
              <a:defRPr sz="2000"/>
            </a:pPr>
            <a:r>
              <a:t>• Income, Credit Score</a:t>
            </a:r>
          </a:p>
          <a:p>
            <a:pPr>
              <a:defRPr sz="2000"/>
            </a:pPr>
            <a:r>
              <a:t>• Credit Utilization</a:t>
            </a:r>
          </a:p>
          <a:p>
            <a:pPr>
              <a:defRPr sz="2000"/>
            </a:pPr>
            <a:r>
              <a:t>• Payment History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Decision Logic</a:t>
            </a:r>
          </a:p>
          <a:p>
            <a:pPr>
              <a:defRPr sz="2000"/>
            </a:pPr>
            <a:r>
              <a:t>• Logistic Regression risk score</a:t>
            </a:r>
          </a:p>
          <a:p>
            <a:pPr>
              <a:defRPr sz="2000"/>
            </a:pPr>
            <a:r>
              <a:t>• Business rules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Actions</a:t>
            </a:r>
          </a:p>
          <a:p>
            <a:pPr>
              <a:defRPr sz="2000"/>
            </a:pPr>
            <a:r>
              <a:t>• Reminder, repayment plan, escalation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Learning</a:t>
            </a:r>
          </a:p>
          <a:p>
            <a:pPr>
              <a:defRPr sz="2000"/>
            </a:pPr>
            <a:r>
              <a:t>• Track outcomes and retrain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Role of Agentic AI</a:t>
            </a:r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  <a:defRPr sz="2000"/>
            </a:pPr>
            <a:r>
              <a:t>Autonomous</a:t>
            </a:r>
          </a:p>
          <a:p>
            <a:pPr>
              <a:defRPr sz="2000"/>
            </a:pPr>
            <a:r>
              <a:t>• Risk scoring</a:t>
            </a:r>
          </a:p>
          <a:p>
            <a:pPr>
              <a:defRPr sz="2000"/>
            </a:pPr>
            <a:r>
              <a:t>• Payment reminders</a:t>
            </a:r>
          </a:p>
          <a:p>
            <a:pPr>
              <a:defRPr sz="2000"/>
            </a:pPr>
            <a:r>
              <a:t>• Customer segmentation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Human Oversight</a:t>
            </a:r>
          </a:p>
          <a:p>
            <a:pPr>
              <a:defRPr sz="2000"/>
            </a:pPr>
            <a:r>
              <a:t>• Hardship approvals</a:t>
            </a:r>
          </a:p>
          <a:p>
            <a:pPr>
              <a:defRPr sz="2000"/>
            </a:pPr>
            <a:r>
              <a:t>• Escalations</a:t>
            </a:r>
          </a:p>
          <a:p>
            <a:pPr>
              <a:defRPr sz="2000"/>
            </a:pPr>
            <a:r>
              <a:t>• Compliance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Responsible AI Guardrails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2000"/>
            </a:pPr>
            <a:r>
              <a:t>• Fairness testing across customer groups</a:t>
            </a:r>
          </a:p>
          <a:p>
            <a:pPr>
              <a:defRPr sz="2000"/>
            </a:pPr>
            <a:r>
              <a:t>• Explainable predictions</a:t>
            </a:r>
          </a:p>
          <a:p>
            <a:pPr>
              <a:defRPr sz="2000"/>
            </a:pPr>
            <a:r>
              <a:t>• Human review for high-risk actions</a:t>
            </a:r>
          </a:p>
          <a:p>
            <a:pPr>
              <a:defRPr sz="2000"/>
            </a:pPr>
            <a:r>
              <a:t>• Data privacy &amp; regulatory compliance</a:t>
            </a:r>
          </a:p>
          <a:p>
            <a:pPr>
              <a:defRPr sz="2000"/>
            </a:pPr>
            <a:r>
              <a:t>• Continuous bias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r>
              <a:t>Expected Business Impact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2000"/>
            </a:pPr>
            <a:r>
              <a:t>Business KPIs</a:t>
            </a:r>
          </a:p>
          <a:p>
            <a:pPr>
              <a:defRPr sz="2000"/>
            </a:pPr>
            <a:r>
              <a:t>• 10% lower delinquency</a:t>
            </a:r>
          </a:p>
          <a:p>
            <a:pPr>
              <a:defRPr sz="2000"/>
            </a:pPr>
            <a:r>
              <a:t>• Lower collection cost</a:t>
            </a:r>
          </a:p>
          <a:p>
            <a:pPr>
              <a:defRPr sz="2000"/>
            </a:pPr>
            <a:r>
              <a:t>• Faster decisions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Customer Outcomes</a:t>
            </a:r>
          </a:p>
          <a:p>
            <a:pPr>
              <a:defRPr sz="2000"/>
            </a:pPr>
            <a:r>
              <a:t>• Better experience</a:t>
            </a:r>
          </a:p>
          <a:p>
            <a:pPr>
              <a:defRPr sz="2000"/>
            </a:pPr>
            <a:r>
              <a:t>• Transparent AI</a:t>
            </a:r>
          </a:p>
          <a:p>
            <a:pPr>
              <a:defRPr sz="2000"/>
            </a:pPr>
            <a:r>
              <a:t>• Fair treatment</a:t>
            </a:r>
          </a:p>
          <a:p>
            <a:pPr>
              <a:defRPr sz="2000"/>
            </a:pPr>
            <a:r>
              <a:t>• Increased trust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[Feel free to add more slides throughout]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